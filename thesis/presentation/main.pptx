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c976b0c-224e-75a2-eea0-49ca1b53019c}">
          <p14:sldIdLst>
            <p14:sldId id="256"/>
            <p14:sldId id="257"/>
          </p14:sldIdLst>
        </p14:section>
        <p14:section name="Part 1. Problem, state of the art and research questions" id="{c85468c9-5baa-02d2-4296-f41af8ed06e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art 2. The five principles as measurable proxies" id="{89d3aab7-bbfd-665d-edd2-c40036e87190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art 3. The before/after delta" id="{82ea1623-0ab1-f4cc-019a-ddb4333b7919}">
          <p14:sldIdLst>
            <p14:sldId id="272"/>
            <p14:sldId id="273"/>
            <p14:sldId id="274"/>
          </p14:sldIdLst>
        </p14:section>
        <p14:section name="Part 4. Corpus, pipeline and algorithms" id="{d075a2ba-6dce-ed05-a372-7437a1cf0ffd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Part 5. Validation" id="{e22d0bb5-e6b3-74d6-2328-b30b33cbc2f3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art 6. Results" id="{051f1f89-2dd9-ac83-3c76-2db03d89a7e7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Part 7. Findings and conclusions" id="{5e17ea72-e673-2044-251e-dac104f6b9c5}">
          <p14:sldIdLst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Backup. Additional material" id="{2433cb42-12b1-7750-ca01-de058ec2dfa3}">
          <p14:sldIdLst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1/56  Evaluating Coding Agent 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2/56  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3/56  Part 1: Problem, state of the art and research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4/56  Coding agents now submit real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5/56  State of the art: what agents do to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6/56  State of the art: measurement and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7/56  The gap, and what this thesis does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8/56  Research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9/56  Part 2: The five principles as measurable proxies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10/56  From principle to detector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11/56  SRP: God Class rubric with a cohesion suppressor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12/56  OCP: dispatch width with a closed-set suppressor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13/56  LSP: override compared with its nearest ancestor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14/56  ISP: contract width and implementer stubs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15/56  DIP: new cycles in the import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16/56  Calibration: same rules, two languages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17/56  Part 3: The before/after delta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18/56  What is charged to the pull request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19/56  The delta in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20/56  Part 4: Corpus, pipeline and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21/56  Corpus: two languages, three agents, three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22/56  Attrition and how the two trees were recovered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23/56  Full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24/56  Algorithms: from the dataset to the 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25/56  Algorithms: detectors and 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26/56  Part 5: Validation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27/56  How a detector is validated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28/56  Validation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29/56  What the judge's disagreements are made 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30/56  Two refinements, and the test that separates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31/56  "Three of your detectors are weak. Can you fix them?"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32/56  Second check: three published analysers (Java)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33/56  Part 6: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34/56  How often agents actually violate each principle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35/56  Flag rate by agent, both languages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36/56  Is the instrument fair to each agent?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37/56  Change size explains most of the difference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38/56  The joint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39/56  Merged against unmerged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40/56  Where the problems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41/56  Most violations were there before the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42/56  Agent-written classes are flagged less than the code they 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43/56  Do agents repair design, or damage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44/56  Part 7: Findings and 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45/56  RQ4: what holds in both languages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46/56 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47/56  Against the state of the art: what we 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48/56  Against the state of the art: what we 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49/56  Contributions and practical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50/56 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51/56  Conclusion and future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52/56 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53/56  Backup: Additional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54/56  Backup: why recall must be weighted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55/56  Backup: package zones descriptive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56/56  Backup: corrected rates, with SRP split by authorship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1" descr="Evaluating Coding Agent Qua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2" descr="Ou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3" descr="Part 1: Problem, state of the art and research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4" descr="Coding agents now submit real chan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5" descr="State of the art: what agents do to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6" descr="State of the art: measurement and at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7" descr="The gap, and what this thesis do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" descr="Research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9" descr="Part 2: The five principles as measurable prox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" descr="From principle to det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" descr="SRP: God Class rubric with a cohesion suppres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" descr="OCP: dispatch width with a closed-set suppres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" descr="LSP: override compared with its nearest ances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4" descr="ISP: contract width and implementer stu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5" descr="DIP: new cycles in the import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6" descr="Calibration: same rules, two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7" descr="Part 3: The before/after del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8" descr="What is charged to the pull requ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9" descr="The delta in the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0" descr="Part 4: Corpus, pipeline and algorith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1" descr="Corpus: two languages, three agents, three outco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2" descr="Attrition and how the two trees were recov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3" descr="Full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4" descr="Algorithms: from the dataset to the fa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5" descr="Algorithms: detectors and statis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6" descr="Part 5: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7" descr="How a detector is valida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8" descr="Validation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9" descr="What the judge's disagreements are made o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0" descr="Two refinements, and the test that separates th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1" descr="&quot;Three of your detectors are weak. Can you fix them?&quo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2" descr="Second check: three published analysers (Jav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3" descr="Part 6: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4" descr="How often agents actually violate each princi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5" descr="Flag rate by agent, both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6" descr="Is the instrument fair to each agent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7" descr="Change size explains most of the differ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8" descr="The joint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9" descr="Merged against unmerged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0" descr="Where the problems l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1" descr="Most violations were there before the 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2" descr="Agent-written classes are flagged less than the code they 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3" descr="Do agents repair design, or damage it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4" descr="Part 7: Findings and conclu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5" descr="RQ4: what holds in both langu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6" descr="Fin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7" descr="Against the state of the art: what we 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8" descr="Against the state of the art: what we 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9" descr="Contributions and practical 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0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1" descr="Conclusion and future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2" descr="Thank y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3" descr="Backup: Additional mater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4" descr="Backup: why recall must be weigh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5" descr="Backup: package zones descriptive 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6" descr="Backup: corrected rates, with SRP split by autho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Coding Agent Quality</dc:title>
  <dc:subject>Application to Software Design Principles</dc:subject>
  <dc:creator>Akram Ben Fekih</dc:creator>
  <cp:lastModifiedBy>Akram Ben Fekih</cp:lastModifiedBy>
  <cp:revision>1</cp:revision>
  <dcterms:created xsi:type="dcterms:W3CDTF">2026-10-02T13:30:32Z</dcterms:created>
  <dcterms:modified xsi:type="dcterms:W3CDTF">2026-10-02T13:30:32Z</dcterms:modified>
</cp:coreProperties>
</file>